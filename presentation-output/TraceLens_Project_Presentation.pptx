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03156a989f41bc" /><Relationship Type="http://schemas.openxmlformats.org/officeDocument/2006/relationships/extended-properties" Target="/docProps/app.xml" Id="Rab086d5383c14ebe" /><Relationship Type="http://schemas.openxmlformats.org/officeDocument/2006/relationships/officeDocument" Target="/ppt/presentation.xml" Id="Rc4d999286e0b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9397d5a55041d0"/>
  </p:sldMasterIdLst>
  <p:notesMasterIdLst>
    <p:notesMasterId xmlns:r="http://schemas.openxmlformats.org/officeDocument/2006/relationships" r:id="R92de592d734c446b"/>
  </p:notesMasterIdLst>
  <p:sldIdLst>
    <p:sldId xmlns:r="http://schemas.openxmlformats.org/officeDocument/2006/relationships" id="256" r:id="R1823c8d2e5a24a7c"/>
    <p:sldId xmlns:r="http://schemas.openxmlformats.org/officeDocument/2006/relationships" id="257" r:id="Rb243756c5fdf4a7e"/>
    <p:sldId xmlns:r="http://schemas.openxmlformats.org/officeDocument/2006/relationships" id="258" r:id="R560cf1c58cac4631"/>
    <p:sldId xmlns:r="http://schemas.openxmlformats.org/officeDocument/2006/relationships" id="259" r:id="Rbaaab0374a9846f9"/>
    <p:sldId xmlns:r="http://schemas.openxmlformats.org/officeDocument/2006/relationships" id="260" r:id="Rfd3f999b93f34e86"/>
    <p:sldId xmlns:r="http://schemas.openxmlformats.org/officeDocument/2006/relationships" id="261" r:id="Rd9dc0029203e4028"/>
    <p:sldId xmlns:r="http://schemas.openxmlformats.org/officeDocument/2006/relationships" id="262" r:id="R7f3f562ac1a24c7b"/>
    <p:sldId xmlns:r="http://schemas.openxmlformats.org/officeDocument/2006/relationships" id="263" r:id="R9699512ab1814189"/>
    <p:sldId xmlns:r="http://schemas.openxmlformats.org/officeDocument/2006/relationships" id="264" r:id="R74029cd482354539"/>
    <p:sldId xmlns:r="http://schemas.openxmlformats.org/officeDocument/2006/relationships" id="265" r:id="R13d83f7b311847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f11c4d6556441a" /><Relationship Type="http://schemas.openxmlformats.org/officeDocument/2006/relationships/slideMaster" Target="/ppt/slideMasters/slideMaster1.xml" Id="Rc19397d5a55041d0" /><Relationship Type="http://schemas.openxmlformats.org/officeDocument/2006/relationships/notesMaster" Target="/ppt/notesMasters/notesMaster1.xml" Id="R92de592d734c446b" /><Relationship Type="http://schemas.openxmlformats.org/officeDocument/2006/relationships/presProps" Target="/ppt/presProps.xml" Id="Rad5b86d0ae614f6a" /><Relationship Type="http://schemas.openxmlformats.org/officeDocument/2006/relationships/tableStyles" Target="/ppt/tableStyles.xml" Id="R218134fdece144af" /><Relationship Type="http://schemas.openxmlformats.org/officeDocument/2006/relationships/slide" Target="/ppt/slides/slide1.xml" Id="R1823c8d2e5a24a7c" /><Relationship Type="http://schemas.openxmlformats.org/officeDocument/2006/relationships/slide" Target="/ppt/slides/slide2.xml" Id="Rb243756c5fdf4a7e" /><Relationship Type="http://schemas.openxmlformats.org/officeDocument/2006/relationships/slide" Target="/ppt/slides/slide3.xml" Id="R560cf1c58cac4631" /><Relationship Type="http://schemas.openxmlformats.org/officeDocument/2006/relationships/slide" Target="/ppt/slides/slide4.xml" Id="Rbaaab0374a9846f9" /><Relationship Type="http://schemas.openxmlformats.org/officeDocument/2006/relationships/slide" Target="/ppt/slides/slide5.xml" Id="Rfd3f999b93f34e86" /><Relationship Type="http://schemas.openxmlformats.org/officeDocument/2006/relationships/slide" Target="/ppt/slides/slide6.xml" Id="Rd9dc0029203e4028" /><Relationship Type="http://schemas.openxmlformats.org/officeDocument/2006/relationships/slide" Target="/ppt/slides/slide7.xml" Id="R7f3f562ac1a24c7b" /><Relationship Type="http://schemas.openxmlformats.org/officeDocument/2006/relationships/slide" Target="/ppt/slides/slide8.xml" Id="R9699512ab1814189" /><Relationship Type="http://schemas.openxmlformats.org/officeDocument/2006/relationships/slide" Target="/ppt/slides/slide9.xml" Id="R74029cd482354539" /><Relationship Type="http://schemas.openxmlformats.org/officeDocument/2006/relationships/slide" Target="/ppt/slides/slide10.xml" Id="R13d83f7b311847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25747090a2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8c0d48f2d40e6" /><Relationship Type="http://schemas.openxmlformats.org/officeDocument/2006/relationships/notesMaster" Target="/ppt/notesMasters/notesMaster1.xml" Id="Rc89cce277eab49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ad69bf6e98453c" /><Relationship Type="http://schemas.openxmlformats.org/officeDocument/2006/relationships/notesMaster" Target="/ppt/notesMasters/notesMaster1.xml" Id="R96f755b2b1f24d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9131ac1e914f8f" /><Relationship Type="http://schemas.openxmlformats.org/officeDocument/2006/relationships/notesMaster" Target="/ppt/notesMasters/notesMaster1.xml" Id="R14adcd2bc673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3e1bf80b34c02" /><Relationship Type="http://schemas.openxmlformats.org/officeDocument/2006/relationships/notesMaster" Target="/ppt/notesMasters/notesMaster1.xml" Id="R6182c053bcbc4f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2b5aba29db42fa" /><Relationship Type="http://schemas.openxmlformats.org/officeDocument/2006/relationships/notesMaster" Target="/ppt/notesMasters/notesMaster1.xml" Id="R485d29c7e1e847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525707b0a84350" /><Relationship Type="http://schemas.openxmlformats.org/officeDocument/2006/relationships/notesMaster" Target="/ppt/notesMasters/notesMaster1.xml" Id="Rbd13b63b042f4a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c31282b07f43cc" /><Relationship Type="http://schemas.openxmlformats.org/officeDocument/2006/relationships/notesMaster" Target="/ppt/notesMasters/notesMaster1.xml" Id="R6346acc6c8e24e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7f2aec75f94a52" /><Relationship Type="http://schemas.openxmlformats.org/officeDocument/2006/relationships/notesMaster" Target="/ppt/notesMasters/notesMaster1.xml" Id="R2445fa476bee42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649733c6c04f0b" /><Relationship Type="http://schemas.openxmlformats.org/officeDocument/2006/relationships/notesMaster" Target="/ppt/notesMasters/notesMaster1.xml" Id="R6e2723e7614d46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d66fbbc9754206" /><Relationship Type="http://schemas.openxmlformats.org/officeDocument/2006/relationships/notesMaster" Target="/ppt/notesMasters/notesMaster1.xml" Id="R92847a3d21d540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Introduce TraceLens and the two project presenters.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The current application supports message and URL analysis plus QR scanning in the Flutter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Google sign-in depends on OAuth configuration for the target platform. User accounts in this prototype are stored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The mobile client sends message and URL analyses to the backend API. HistoryService stores truncated previews locally.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The recently implemented signed-in navigation uses a bottom navigation bar on phones and a navigation rail on wider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The profile's average score is calculated as total riskScore divided by number of saved scans, rounded to the nearest whole number. Risk scores are automated estimates, not calibrated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Architecture and technology details are based on README.md, docs/architecture.md, mobile/lib/services/api_service.dart and backend/app/main.py. QR content is decoded in the mobile app and URL content is sent through URL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Privacy language is based on mobile/lib/services/api_service.dart, mobile/lib/services/history_service.dart and mobile/lib/services/account_service.dart. The configured API receives submitted scan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structure adapted from the supplied EcoTask_Presentation.pptx. TraceLens project details are based on the repository README, architecture documentation, Flutter source and FastAPI endpoints.</a:t>
            </a:r>
          </a:p>
          <a:p xmlns:a="http://schemas.openxmlformats.org/drawingml/2006/main">
            <a:r>
              <a:t>The items listed as possible next steps are not claimed as currently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a4d9a290444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3cde6b14741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c4a60666745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6beeffdaf44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fefdccf7645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311af6d4045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314F47-8321-4C2B-AB35-C1972C464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EC6CF2-6133-40CD-B28B-E9B3AEB269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8A05CB-E982-49CD-BC08-4536A643B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C06B14-50E5-439A-8B95-B20B67AFA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CD03E2-5343-4353-B6E5-FB70C214F6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EF3D70-E1AA-430E-A03A-21BFC3977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528F91-6CE9-4E07-BD4F-5A5CB7E329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6A8150-BAAD-4571-999B-EB13BF7B2A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8188A0-5177-4392-B6E7-D32EF64D1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28AE85-7BFB-4ADE-82CD-0F08E7E5B2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a8efc28baa4ddd" /><Relationship Type="http://schemas.openxmlformats.org/officeDocument/2006/relationships/slideLayout" Target="/ppt/slideLayouts/slideLayout1.xml" Id="R97340a7c99004090" /><Relationship Type="http://schemas.openxmlformats.org/officeDocument/2006/relationships/slideLayout" Target="/ppt/slideLayouts/slideLayout2.xml" Id="Rc2153f64a95548a0" /><Relationship Type="http://schemas.openxmlformats.org/officeDocument/2006/relationships/slideLayout" Target="/ppt/slideLayouts/slideLayout3.xml" Id="R1cc92642294141a2" /><Relationship Type="http://schemas.openxmlformats.org/officeDocument/2006/relationships/slideLayout" Target="/ppt/slideLayouts/slideLayout4.xml" Id="R47e5b4404f8b4f2d" /><Relationship Type="http://schemas.openxmlformats.org/officeDocument/2006/relationships/slideLayout" Target="/ppt/slideLayouts/slideLayout5.xml" Id="Rc26965569b59467f" /><Relationship Type="http://schemas.openxmlformats.org/officeDocument/2006/relationships/slideLayout" Target="/ppt/slideLayouts/slideLayout6.xml" Id="Re63a2fbb8e1a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340a7c99004090"/>
    <p:sldLayoutId xmlns:r="http://schemas.openxmlformats.org/officeDocument/2006/relationships" id="2147483650" r:id="Rc2153f64a95548a0"/>
    <p:sldLayoutId xmlns:r="http://schemas.openxmlformats.org/officeDocument/2006/relationships" id="2147483651" r:id="R1cc92642294141a2"/>
    <p:sldLayoutId xmlns:r="http://schemas.openxmlformats.org/officeDocument/2006/relationships" id="2147483652" r:id="R47e5b4404f8b4f2d"/>
    <p:sldLayoutId xmlns:r="http://schemas.openxmlformats.org/officeDocument/2006/relationships" id="2147483653" r:id="Rc26965569b59467f"/>
    <p:sldLayoutId xmlns:r="http://schemas.openxmlformats.org/officeDocument/2006/relationships" id="2147483654" r:id="Re63a2fbb8e1a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3b5a9fcfd4af0" /><Relationship Type="http://schemas.openxmlformats.org/officeDocument/2006/relationships/notesSlide" Target="/ppt/notesSlides/notesSlide1.xml" Id="Re2072283147347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85cddaf874373" /><Relationship Type="http://schemas.openxmlformats.org/officeDocument/2006/relationships/notesSlide" Target="/ppt/notesSlides/notesSlide2.xml" Id="Re0f3ce062b7843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91a18f7a64038" /><Relationship Type="http://schemas.openxmlformats.org/officeDocument/2006/relationships/notesSlide" Target="/ppt/notesSlides/notesSlide3.xml" Id="R6141dd4bc23d42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f0387b5b141cc" /><Relationship Type="http://schemas.openxmlformats.org/officeDocument/2006/relationships/notesSlide" Target="/ppt/notesSlides/notesSlide4.xml" Id="Ra6ac62c8b71848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798e014524493" /><Relationship Type="http://schemas.openxmlformats.org/officeDocument/2006/relationships/notesSlide" Target="/ppt/notesSlides/notesSlide5.xml" Id="Rf353c92b54e9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15eb0e01c477c" /><Relationship Type="http://schemas.openxmlformats.org/officeDocument/2006/relationships/notesSlide" Target="/ppt/notesSlides/notesSlide6.xml" Id="Rd7e85a2ca1d447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702fec9964375" /><Relationship Type="http://schemas.openxmlformats.org/officeDocument/2006/relationships/notesSlide" Target="/ppt/notesSlides/notesSlide7.xml" Id="R50f5394a0c324e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6a0d102dd4381" /><Relationship Type="http://schemas.openxmlformats.org/officeDocument/2006/relationships/notesSlide" Target="/ppt/notesSlides/notesSlide8.xml" Id="Rd080de85a36344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987b99ced4db7" /><Relationship Type="http://schemas.openxmlformats.org/officeDocument/2006/relationships/notesSlide" Target="/ppt/notesSlides/notesSlide9.xml" Id="R90afe45d68334b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05aedcb8b4603" /><Relationship Type="http://schemas.openxmlformats.org/officeDocument/2006/relationships/notesSlide" Target="/ppt/notesSlides/notesSlide10.xml" Id="R8b8fb319b47b4c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DC833-5137-4E8F-98DE-A771EE2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CD2C8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54333-31FD-4967-9FA8-D2ED88C9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334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91"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before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A8D55-58F1-4465-BC65-3B57B7C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2DC"/>
                </a:solidFill>
                <a:latin typeface="Arial"/>
                <a:ea typeface="Arial"/>
                <a:cs typeface="Arial"/>
              </a:rPr>
              <a:t>A mobile application for assessing suspicious messages, links and QR codes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526C1-4228-47B6-B991-898945D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C7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6DA64-43B5-42BF-A283-6AA3606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BCD2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CD2C8"/>
                </a:solidFill>
                <a:latin typeface="Arial"/>
                <a:ea typeface="Arial"/>
                <a:cs typeface="Arial"/>
              </a:rPr>
              <a:t>Mobile Application Development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0C2D3-FE5E-48AC-9DC6-73F2CF0E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Roshwyn Fernandes  ·  5024120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44C2F-D8A2-4AB3-9471-66B4BBE3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Isaiah Gaikwad  ·  5024121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5C51B-5155-44FC-9B4D-D175305F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B9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83007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2C202-1809-4F10-A6FD-9B46111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8AF1E-7975-46B2-8D6C-5BD28690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9DF70-F9A3-4E16-ADC7-F56AFC2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C0550-DFB7-458B-89CE-82E3767C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860A9-D74B-4D75-9771-0CD4892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33C2F-040C-46F1-828A-A981AA22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2B614-2CFE-4A99-B119-E20DC051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Suspicious messages and links are designed to look familiar.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C7EE9-3D4C-47BE-8C18-FEE6C84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People often have to decide quickly whether a message, web address or QR destination is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DC993-FA37-491B-BA8C-8F30BA5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B2488-8836-435B-9AE7-C938934F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F1988-429A-40FD-A505-55524182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7148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Help users pause and assess before they 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7388A-034C-43B9-A6BF-C58D38AD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5AB33-B3D4-4D01-A4B1-998EEF35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Assess message language and URL structure for suspicious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0FFD9-BA96-46A7-95FE-17456805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957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82AF4-4A41-48AD-9CCF-DE11B51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Show a risk level, score and reasons behind the result.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6F134-E341-49B4-8D86-31A443CE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1CB98-377F-4582-95C1-A70EDA4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197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Offer practical steps for handling a suspicious item safely.</a:t>
            </a:r>
          </a:p>
        </p:txBody>
      </p:sp>
    </p:spTree>
    <p:extLst>
      <p:ext uri="{BB962C8B-B14F-4D97-AF65-F5344CB8AC3E}">
        <p14:creationId xmlns:p14="http://schemas.microsoft.com/office/powerpoint/2010/main" val="1708456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0EE83-09D6-4E24-8B7C-D394FAD6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FE4D8-3EF5-4818-AA00-89EAA28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One place to check common scam entry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871D-EAAB-4D84-BD1F-E54A6AD9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DC42-1954-441E-8440-24BE5CE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E1E84-3C93-429B-ABD5-6FE5D876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E2D5B-4981-4A74-8B78-6308640C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19E91-7556-4CAD-B94E-8598E88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5503F-8AC4-43F9-B47A-AA96E386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575A2-7540-40BE-B049-266AC7B8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Paste SMS, chat or email text. The service looks for pressure, credential requests and other scam indicators.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8CED0-9FA3-4EF4-848A-30367DD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44FDE-97A5-4C2E-A495-A3CA01BF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Web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1FB67-37B3-4E23-BDB3-6A70F4D8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86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4A123-2807-46BA-9137-C69C1A91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Inspect a URL for suspicious domain structure and known patterns without opening the destination in the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E1282-E72C-428C-9909-DF5A2C5B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015FB-D185-43F7-A8D5-0BC898E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QR codes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2DB23-C4D6-4E76-8129-0703E492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86125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84686-5407-4312-B5A2-C1C2641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3333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Scan a code, review the decoded content and assess a URL before deciding what to 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4FC4B-7287-4A21-9F99-7AB72BC0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The goal is safer decision-making, not a guarantee that every threat will be detected.</a:t>
            </a:r>
          </a:p>
        </p:txBody>
      </p:sp>
    </p:spTree>
    <p:extLst>
      <p:ext uri="{BB962C8B-B14F-4D97-AF65-F5344CB8AC3E}">
        <p14:creationId xmlns:p14="http://schemas.microsoft.com/office/powerpoint/2010/main" val="17093754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FD0F0-C7C3-45F6-A717-7348C9A0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D61E6-C806-4D85-9096-D511AC7A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Core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5FF1F-E415-4886-A052-86B5651F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10625-9E17-47E0-A3EA-AD59A6D5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33B20-127C-4986-8FFD-260D9D80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9DA4-A525-4032-98AA-30B6EB96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CE9EE-722D-4B3B-A186-2AECAA1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478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Explainable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05034-D41C-40A9-8A73-CDCBEF5D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Risk category and 0–100 score, with the signals and recommendations shown.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1B4E2-97FE-4A72-8595-19BEA7C0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9725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9E0EF-3983-4B9E-86B1-1224D186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881E4-B178-4ABE-B83C-DFBEF87C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Three scan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73FD1-23B0-4249-83F7-2915EE0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Message analysis, URL inspection and camera-based QR scanning.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99745-2C32-4F94-9B2C-71D786C0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9725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D1F8B-A288-4EFD-9E89-BC011940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639B5-64B9-41F3-AA4D-91F1E45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Personal activity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D6BE5-0B2E-4966-BA42-397AFE0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Device-local history, recent checks, type filters, seven-day counts and CSV copy.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1D646-4ABF-4ED3-B6C9-4C0C9C5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9725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7C758-8572-41E9-AB4E-2340D22F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D7C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D7C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2F962-0F7A-4E97-BB3B-F133A43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Safety and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CD46C-4B26-4421-B323-5FA9C8C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In-app safety guide, profile, local email/password account and optional Google sign-in setup.</a:t>
            </a:r>
          </a:p>
        </p:txBody>
      </p:sp>
    </p:spTree>
    <p:extLst>
      <p:ext uri="{BB962C8B-B14F-4D97-AF65-F5344CB8AC3E}">
        <p14:creationId xmlns:p14="http://schemas.microsoft.com/office/powerpoint/2010/main" val="6248297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AC75D-BE9A-4949-AC82-531974DD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59E6A-0DD7-47AF-A7A5-A38001CA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How a check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346CA-D849-4B9E-9CEB-DF7C079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14F8C-CD07-4957-BE96-3C2695B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E9518-97B5-4ACC-933F-A102E2F0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006C4-D9E9-4C7D-8F59-69D52E4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813C6-AA1F-40F6-A023-11CD8214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Choose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7AADF-6DEE-47E9-B5CA-6323A124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Paste a message or URL, or scan a QR 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C278A-E90D-4FC3-9687-85F981EE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2B323-5E66-40E8-B640-00F548CE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1D607-B3E2-4B6D-8B58-5EA8A513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Send for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E4CF6-F68B-4132-BCCB-1863D5B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The Flutter app sends the content to the configured FastAPI endpoint.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8D8A3-7923-4C0F-9214-541F6F2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764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30EFC-4980-4E89-B442-E0E10CB1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7DD13-8D5A-4328-8390-2947055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Assess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931A7-C7BF-41B2-AC25-CA00FAEE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Rules and available models evaluate the message or URL.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D7C85-E929-4B0F-BC61-0F10BBC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BFCDA-1712-449E-8B59-CD4D762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81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ABD3A-B3F2-4628-BFCE-BDD47D2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Review 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1D10F-D860-41CC-A714-300645D0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The app displays the score, reasons and suggested next steps.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ACFA7-CBEE-42F7-AAD9-B4AB660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D7120-B087-470C-A109-56926D97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Scan history stores a short preview and assessment details on the device.</a:t>
            </a:r>
          </a:p>
        </p:txBody>
      </p:sp>
    </p:spTree>
    <p:extLst>
      <p:ext uri="{BB962C8B-B14F-4D97-AF65-F5344CB8AC3E}">
        <p14:creationId xmlns:p14="http://schemas.microsoft.com/office/powerpoint/2010/main" val="1978761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B4254-BE5E-4F01-9F48-C93889BC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70374-86BB-4FB1-A705-4285DCD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App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5A71A-0778-4CBA-9999-AD2ABE1C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3E688-E6CE-4ED2-BF9F-727B632F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C017A-2B2F-4256-90D2-8A7B4832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30289-FB71-4931-B33D-5B10A48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Five sections organize the signed-in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93A4-7272-40AE-8672-56FFE27E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A2EB0-E0AD-4111-A1D9-62E8202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Welcome, connection status and recent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81835-F9C6-4494-B361-23AFED2D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CBB60-6D5A-4FC1-BBF8-99D1CE6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A2DF-A979-49E2-A1F5-B3BCAD4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813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Open the message, link or QR scanner.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0029E-7C88-4C3A-9C48-699A9D8C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68217-8AFF-49B9-9943-3F8C0FA8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3A942-95E0-4ED3-90F8-2CC52D5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147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Review, filter, export or remove saved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5A97A-B62E-434A-A2D0-23572BF7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5DF8D-4AA6-4B84-A218-18389879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F83C1-7B28-4A81-AEE8-7DC47392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482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Read practical guidance on common scam patterns.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7FCF4-528D-4BE5-B8A7-E4D1336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995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0C80F-4224-41B9-AA9C-690583A9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A915B-28B1-463C-A764-0B1C896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See account details and personal activity summary.</a:t>
            </a:r>
          </a:p>
        </p:txBody>
      </p:sp>
    </p:spTree>
    <p:extLst>
      <p:ext uri="{BB962C8B-B14F-4D97-AF65-F5344CB8AC3E}">
        <p14:creationId xmlns:p14="http://schemas.microsoft.com/office/powerpoint/2010/main" val="671905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3A930-505E-4202-85E5-76AE8D6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E597A-D3E6-4554-9686-D2AA6D76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Understanding the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4D74E-CCC0-4173-BA63-B80D3CA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74670-BD9C-4A68-A9E1-1DB39289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1E4AA-70E8-4695-A9C7-61618E62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A6D55-ED69-4D0C-AA92-36C0CB4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RISK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3971F-42D8-4122-B805-1EB572D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34030-39B8-4DC7-AB18-9CBE2BB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A higher score means the automated analysis found more or stronger suspicious indicators.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0ADAC-A36A-4F51-8191-B7C110A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0008B-DA9A-494E-B86E-E919CBF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2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Fewer risk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16A9E-A308-4F16-95BD-2CC2A3E0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B777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7730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ED5E4-4272-4447-96E2-FBE14A4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43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Review the reasons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E6128-ACF5-4A6E-A2D9-FFDAE9E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647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473D"/>
                </a:solidFill>
                <a:latin typeface="Arial"/>
                <a:ea typeface="Arial"/>
                <a:cs typeface="Arial"/>
              </a:rPr>
              <a:t>High / 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17C74-4C7A-4B61-9E1A-707A509E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Pause and verify independently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0662C-B17C-4A88-9872-4B4B12E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5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8ECD2-6DB6-46A9-B5E2-C8AF7EA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ACTIVITY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1BA1F-3CBA-49A2-9331-16D470DB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History is local to the device.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C6B90-6580-4230-8F03-DA9E7F4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432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Seven-day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21703-AB88-436A-95F2-FBA5343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Show how many checks were recorded each day.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5B97A-C6D2-4667-96F0-1E306444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Average risk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DCED7-2E46-4B3E-B0DC-E8FC413C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The arithmetic mean of saved scan scores; it is not model accuracy or a probability of fraud.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628C3-B242-4E81-8A67-8D45010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720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Manage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FF08D-A2D4-4CD8-8604-EF62160E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340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Filter by message, link or QR; delete individual entries or copy a CSV export.</a:t>
            </a:r>
          </a:p>
        </p:txBody>
      </p:sp>
    </p:spTree>
    <p:extLst>
      <p:ext uri="{BB962C8B-B14F-4D97-AF65-F5344CB8AC3E}">
        <p14:creationId xmlns:p14="http://schemas.microsoft.com/office/powerpoint/2010/main" val="1883876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72DBB-F882-4BE2-8F7D-6F72582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FAB35-6F80-401C-B24E-61D02679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Technology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B5C7-4458-4B4F-8279-9B895F2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9AB2C-FB7A-4154-A613-96C52C12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59238-ADA9-4E28-9552-90D5F6B0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D112F-937E-447C-BE63-3E3ACCF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Flutter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40508-8E80-4E0A-8C8E-1270349C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C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BBC85-F599-412B-94F4-31764B3A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Scanners, results,</a:t>
            </a:r>
          </a:p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profile and local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0B9FE-EE4A-4953-8021-D17D3915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43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54EB1-DBBD-4FA1-9EA8-BB71EDE1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EFB8F-F127-4EAC-9A19-0B5CCDDE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C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7CA0B-CC89-4D5A-9205-9682435B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HTTP endpoints for</a:t>
            </a:r>
          </a:p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message and URL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EFB58-AA72-4714-A02B-7951740A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44DC9-4D19-4BBC-93F2-60BA9E8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4790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CCA6B-2222-45C0-9BDE-BEAE5CAA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4320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C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08DEC-F19A-4C65-8C1F-1BB0F27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266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Rules, optional ML</a:t>
            </a:r>
          </a:p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and URL signals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932EA-C427-4F74-9E13-F928584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8B4A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E1A58-2662-4437-ACE7-2039D1C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6392B-94DC-422A-A5F0-2920FD77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43200"/>
            <a:ext cx="195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7C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ABD88-0CFB-4805-A214-28A47433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Risk level, score,</a:t>
            </a:r>
          </a:p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reasons and guidance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D4C08-5563-4C6F-8608-1014473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43126-8A3D-4394-BF89-28CA8085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50C098-824F-46A5-9B8A-5CD9D595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96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Flutter + Dart · SQLite scan history · SharedPreferences account settings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FE7B8-A79A-41AD-89CA-A6CDE293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Server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D69B7-F092-4A2B-BCD5-5942E6E0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Python · FastAPI · heuristic message rules · structural URL analysis · optional ML models</a:t>
            </a:r>
          </a:p>
        </p:txBody>
      </p:sp>
    </p:spTree>
    <p:extLst>
      <p:ext uri="{BB962C8B-B14F-4D97-AF65-F5344CB8AC3E}">
        <p14:creationId xmlns:p14="http://schemas.microsoft.com/office/powerpoint/2010/main" val="414255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49CEF-BD33-4368-807A-226BC3F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CD896-207F-4E76-AF5E-17E901BD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Privacy, trust and 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A7B47-FAD2-4FD0-B002-8B79D70F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5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B0091-775C-4E60-AB36-961AD70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TraceLens · Mobile Application Development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4952C-4992-4F71-9A3B-2C6FBA71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4B510-144B-4681-B674-8470B17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Content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1644F-43BA-4D8C-B393-3E00C469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1927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Scanned text or URLs are sent to the backend address configured in the app for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005CC-2409-4241-8907-E7FDFC34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4A8F1-5C01-4D02-B5F9-726FE52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Saved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18FC7-35E5-4B2C-B341-2CED90D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1462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History is device-local; it stores assessment details and a preview of up to 60 characters.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D0F5A-133F-4F50-9E9B-ED25D45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700F7-05C6-4C84-ADEA-D5629900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Account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414CD-2D35-478B-A028-AB5CF18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997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Email/password credentials are device-local in this prototype; this is not a production cloud identity service.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D9D74-8856-4E88-9BFD-FAC64CA0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780FB-0C6F-4906-98B1-DF253AB0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31"/>
                </a:solidFill>
                <a:latin typeface="Arial"/>
                <a:ea typeface="Arial"/>
                <a:cs typeface="Arial"/>
              </a:rPr>
              <a:t>Assessment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605C2-67C5-4B64-8285-2B887A50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05325"/>
            <a:ext cx="7953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575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571"/>
                </a:solidFill>
                <a:latin typeface="Arial"/>
                <a:ea typeface="Arial"/>
                <a:cs typeface="Arial"/>
              </a:rPr>
              <a:t>A low score cannot guarantee safety. The result is an automated signal and should be checked independently.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E8C0E-B61F-4B21-A86A-6FDCA02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B6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B665D"/>
                </a:solidFill>
                <a:latin typeface="Arial"/>
                <a:ea typeface="Arial"/>
                <a:cs typeface="Arial"/>
              </a:rPr>
              <a:t>TraceLens does not open the scanned destination as part of the user flow.</a:t>
            </a:r>
          </a:p>
        </p:txBody>
      </p:sp>
    </p:spTree>
    <p:extLst>
      <p:ext uri="{BB962C8B-B14F-4D97-AF65-F5344CB8AC3E}">
        <p14:creationId xmlns:p14="http://schemas.microsoft.com/office/powerpoint/2010/main" val="1022284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6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8692F-4792-459C-A132-720527B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CD2C8"/>
                </a:solidFill>
                <a:latin typeface="Arial"/>
                <a:ea typeface="Arial"/>
                <a:cs typeface="Arial"/>
              </a:rPr>
              <a:t>TRACELENS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B814-FD4C-4FA8-9E9A-0CAC8E59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524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Pause. Check.</a:t>
            </a:r>
          </a:p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 decide.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F5016-3D86-41FD-B4BE-BE536E1D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5143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7E2D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2DC"/>
                </a:solidFill>
                <a:latin typeface="Arial"/>
                <a:ea typeface="Arial"/>
                <a:cs typeface="Arial"/>
              </a:rPr>
              <a:t>TraceLens brings message, link and QR checks together with clear explanations and practical safety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AE59A-B301-43AF-A639-8BCD2CED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0" cy="436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51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D0342-21CE-4A98-AEE3-4E00F9C2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144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Possible 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1B2F0-EF49-4AB0-B770-1E527D39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C4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14772-4E08-4754-83C9-505C67C2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1EAE5"/>
                </a:solidFill>
                <a:latin typeface="Arial"/>
                <a:ea typeface="Arial"/>
                <a:cs typeface="Arial"/>
              </a:rPr>
              <a:t>Secure server-side accounts and cross-device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65A35-AFC0-4535-80B0-E26C572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C4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CABF8-43C5-4A16-8C36-BBA91B62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1EAE5"/>
                </a:solidFill>
                <a:latin typeface="Arial"/>
                <a:ea typeface="Arial"/>
                <a:cs typeface="Arial"/>
              </a:rPr>
              <a:t>Screenshot and image text 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F76AE-98C8-4F28-B811-F20EC02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C4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B4D73-1DA7-440B-9CA2-FB958564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1EAE5"/>
                </a:solidFill>
                <a:latin typeface="Arial"/>
                <a:ea typeface="Arial"/>
                <a:cs typeface="Arial"/>
              </a:rPr>
              <a:t>Curated, regularly updated threat insights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A12CD-AE59-4BA3-9C83-F1EE6F25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9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8C4B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C4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66022-03DD-44D9-BC12-79F5BD69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196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E1EAE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1EAE5"/>
                </a:solidFill>
                <a:latin typeface="Arial"/>
                <a:ea typeface="Arial"/>
                <a:cs typeface="Arial"/>
              </a:rPr>
              <a:t>Shared protection for families or small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E2F1-A56D-469E-8992-A546117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CD2C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CD2C8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6093D-9A5C-4FFF-A120-9364EAFE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Roshwyn Fernandes  ·  5024120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F1C70-F991-4478-8259-FE74B34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Isaiah Gaikwad  ·  5024121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91A36-0E3F-4550-A215-7A0058F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A8B9B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B9B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1810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2026-10-30T03:07:36.8960000Z</dcterms:created>
  <dcterms:modified xsi:type="dcterms:W3CDTF">2026-10-30T03:07:36.8970000Z</dcterms:modified>
</coreProperties>
</file>